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0"/>
            <a:ext cx="2011680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</a:rPr>
              <a:t>발표 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DEEE6"/>
                </a:solidFill>
                <a:latin typeface="맑은 고딕"/>
              </a:rPr>
              <a:t>부서명 · 발표자 · 2026. 00. 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DEEE6"/>
                </a:solidFill>
                <a:latin typeface="맑은 고딕"/>
              </a:rPr>
              <a:t>생활가전 온라인 쇼핑몰 하루살림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07040" y="320040"/>
            <a:ext cx="1280160" cy="457200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  <a:latin typeface="맑은 고딕"/>
              </a:rPr>
              <a:t>하루살림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A5A"/>
                </a:solidFill>
                <a:latin typeface="맑은 고딕"/>
              </a:rPr>
              <a:t>본문 제목 — 한 장에 메시지 하나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B33"/>
                </a:solidFill>
                <a:latin typeface="맑은 고딕"/>
              </a:rPr>
              <a:t>• 핵심 내용 1</a:t>
            </a:r>
          </a:p>
          <a:p>
            <a:r>
              <a:rPr sz="2200" b="0">
                <a:solidFill>
                  <a:srgbClr val="222B33"/>
                </a:solidFill>
                <a:latin typeface="맑은 고딕"/>
              </a:rPr>
              <a:t>• 핵심 내용 2</a:t>
            </a:r>
          </a:p>
          <a:p>
            <a:r>
              <a:rPr sz="2200" b="0">
                <a:solidFill>
                  <a:srgbClr val="222B33"/>
                </a:solidFill>
                <a:latin typeface="맑은 고딕"/>
              </a:rPr>
              <a:t>• 핵심 내용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하루살림 · 내부 보고용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07040" y="320040"/>
            <a:ext cx="1280160" cy="457200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  <a:latin typeface="맑은 고딕"/>
              </a:rPr>
              <a:t>하루살림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A5A"/>
                </a:solidFill>
                <a:latin typeface="맑은 고딕"/>
              </a:rPr>
              <a:t>숫자 강조 슬라이드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2743200"/>
          </a:xfrm>
          <a:prstGeom prst="round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28C28"/>
                </a:solidFill>
                <a:latin typeface="맑은 고딕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33"/>
                </a:solidFill>
                <a:latin typeface="맑은 고딕"/>
              </a:rPr>
              <a:t>지표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291840" cy="2743200"/>
          </a:xfrm>
          <a:prstGeom prst="round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28C28"/>
                </a:solidFill>
                <a:latin typeface="맑은 고딕"/>
              </a:rPr>
              <a:t>00건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840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33"/>
                </a:solidFill>
                <a:latin typeface="맑은 고딕"/>
              </a:rPr>
              <a:t>지표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2011680"/>
            <a:ext cx="3291840" cy="2743200"/>
          </a:xfrm>
          <a:prstGeom prst="round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28C28"/>
                </a:solidFill>
                <a:latin typeface="맑은 고딕"/>
              </a:rPr>
              <a:t>00원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840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33"/>
                </a:solidFill>
                <a:latin typeface="맑은 고딕"/>
              </a:rPr>
              <a:t>지표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하루살림 · 내부 보고용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